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Mrkonjič" userId="093f31e1-34c6-4b54-835c-440615a64b27" providerId="ADAL" clId="{340E2CF1-D882-4DE0-BEA5-453190DF508C}"/>
    <pc:docChg chg="modSld">
      <pc:chgData name="Jan Mrkonjič" userId="093f31e1-34c6-4b54-835c-440615a64b27" providerId="ADAL" clId="{340E2CF1-D882-4DE0-BEA5-453190DF508C}" dt="2026-06-09T19:14:01.244" v="33" actId="20577"/>
      <pc:docMkLst>
        <pc:docMk/>
      </pc:docMkLst>
      <pc:sldChg chg="modSp mod">
        <pc:chgData name="Jan Mrkonjič" userId="093f31e1-34c6-4b54-835c-440615a64b27" providerId="ADAL" clId="{340E2CF1-D882-4DE0-BEA5-453190DF508C}" dt="2026-06-09T19:14:01.244" v="33" actId="20577"/>
        <pc:sldMkLst>
          <pc:docMk/>
          <pc:sldMk cId="0" sldId="258"/>
        </pc:sldMkLst>
        <pc:spChg chg="mod">
          <ac:chgData name="Jan Mrkonjič" userId="093f31e1-34c6-4b54-835c-440615a64b27" providerId="ADAL" clId="{340E2CF1-D882-4DE0-BEA5-453190DF508C}" dt="2026-06-09T19:13:08.433" v="2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Jan Mrkonjič" userId="093f31e1-34c6-4b54-835c-440615a64b27" providerId="ADAL" clId="{340E2CF1-D882-4DE0-BEA5-453190DF508C}" dt="2026-06-09T19:14:01.244" v="33" actId="20577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Jan Mrkonjič" userId="093f31e1-34c6-4b54-835c-440615a64b27" providerId="ADAL" clId="{340E2CF1-D882-4DE0-BEA5-453190DF508C}" dt="2026-06-09T19:12:16.503" v="2" actId="20577"/>
        <pc:sldMkLst>
          <pc:docMk/>
          <pc:sldMk cId="0" sldId="260"/>
        </pc:sldMkLst>
        <pc:spChg chg="mod">
          <ac:chgData name="Jan Mrkonjič" userId="093f31e1-34c6-4b54-835c-440615a64b27" providerId="ADAL" clId="{340E2CF1-D882-4DE0-BEA5-453190DF508C}" dt="2026-06-09T19:12:16.503" v="2" actId="20577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27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1E3A8A">
              <a:alpha val="28000"/>
            </a:srgbClr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STORITVENI MARKETPLACE ZA HIŠNA POPRAVILA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FixIt</a:t>
            </a:r>
            <a:r>
              <a:rPr lang="en-US" sz="8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Tvoja težava, rešena v nekaj klikih.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384048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9" name="Text 7"/>
          <p:cNvSpPr/>
          <p:nvPr/>
        </p:nvSpPr>
        <p:spPr>
          <a:xfrm>
            <a:off x="914400" y="5852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Mrkonjič  ·  Luka Grobelnik  ·  Alan Labaš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418320" y="5897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Praktikum II — FERI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1E3A8A">
              <a:alpha val="28000"/>
            </a:srgbClr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NAŠ NAMEN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Hitra pomoč, ko jo najbolj potrebuješ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FixItNow poveže stranke z zanesljivimi lokalnimi mojstri in jih vodi skozi celoten postopek — od prijave težave do plačila — na enem mestu.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 ŽELIMO DOSEČI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362858" cy="2240280"/>
          </a:xfrm>
          <a:prstGeom prst="roundRect">
            <a:avLst>
              <a:gd name="adj" fmla="val 4082"/>
            </a:avLst>
          </a:prstGeom>
          <a:solidFill>
            <a:srgbClr val="1028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9" name="Shape 7"/>
          <p:cNvSpPr/>
          <p:nvPr/>
        </p:nvSpPr>
        <p:spPr>
          <a:xfrm>
            <a:off x="1097280" y="3931920"/>
            <a:ext cx="822960" cy="822960"/>
          </a:xfrm>
          <a:prstGeom prst="ellipse">
            <a:avLst/>
          </a:prstGeom>
          <a:solidFill>
            <a:srgbClr val="0B1E3F"/>
          </a:solidFill>
          <a:ln/>
        </p:spPr>
        <p:txBody>
          <a:bodyPr/>
          <a:lstStyle/>
          <a:p>
            <a:endParaRPr lang="en-SI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41422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4937760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Hitro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97280" y="532180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Mojster na poti v nekaj klikih, ne v nekaj dneh.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14418" y="3566160"/>
            <a:ext cx="3362858" cy="2240280"/>
          </a:xfrm>
          <a:prstGeom prst="roundRect">
            <a:avLst>
              <a:gd name="adj" fmla="val 4082"/>
            </a:avLst>
          </a:prstGeom>
          <a:solidFill>
            <a:srgbClr val="1028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4" name="Shape 11"/>
          <p:cNvSpPr/>
          <p:nvPr/>
        </p:nvSpPr>
        <p:spPr>
          <a:xfrm>
            <a:off x="4780178" y="3931920"/>
            <a:ext cx="822960" cy="822960"/>
          </a:xfrm>
          <a:prstGeom prst="ellipse">
            <a:avLst/>
          </a:prstGeom>
          <a:solidFill>
            <a:srgbClr val="0B1E3F"/>
          </a:solidFill>
          <a:ln/>
        </p:spPr>
        <p:txBody>
          <a:bodyPr/>
          <a:lstStyle/>
          <a:p>
            <a:endParaRPr lang="en-SI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490" y="414223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80178" y="4937760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Zaupanja vredno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780178" y="532180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Preverjeni izvajalci in ocene strank.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97317" y="3566160"/>
            <a:ext cx="3362858" cy="2240280"/>
          </a:xfrm>
          <a:prstGeom prst="roundRect">
            <a:avLst>
              <a:gd name="adj" fmla="val 4082"/>
            </a:avLst>
          </a:prstGeom>
          <a:solidFill>
            <a:srgbClr val="1028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9" name="Shape 15"/>
          <p:cNvSpPr/>
          <p:nvPr/>
        </p:nvSpPr>
        <p:spPr>
          <a:xfrm>
            <a:off x="8463077" y="3931920"/>
            <a:ext cx="822960" cy="822960"/>
          </a:xfrm>
          <a:prstGeom prst="ellipse">
            <a:avLst/>
          </a:prstGeom>
          <a:solidFill>
            <a:srgbClr val="0B1E3F"/>
          </a:solidFill>
          <a:ln/>
        </p:spPr>
        <p:txBody>
          <a:bodyPr/>
          <a:lstStyle/>
          <a:p>
            <a:endParaRPr lang="en-SI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389" y="41422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63077" y="4937760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Pregledno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63077" y="532180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Cena in potek znana vnaprej, brez presenečenj.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— ZMOGLJIVOSTI &amp; TEHNOLOGIJA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Kaj nas dela posebne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Pametne integracije, ki </a:t>
            </a:r>
            <a:r>
              <a:rPr lang="en-US" sz="15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delajo</a:t>
            </a: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razliko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B1E3F">
                <a:alpha val="12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932688" y="2112264"/>
            <a:ext cx="457200" cy="457200"/>
          </a:xfrm>
          <a:prstGeom prst="ellipse">
            <a:avLst/>
          </a:prstGeom>
          <a:solidFill>
            <a:srgbClr val="102852"/>
          </a:solidFill>
          <a:ln/>
        </p:spPr>
        <p:txBody>
          <a:bodyPr/>
          <a:lstStyle/>
          <a:p>
            <a:endParaRPr lang="en-SI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2219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klasifikacija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sam prepozna kategorijo težave.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862072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B1E3F">
                <a:alpha val="12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1" name="Shape 8"/>
          <p:cNvSpPr/>
          <p:nvPr/>
        </p:nvSpPr>
        <p:spPr>
          <a:xfrm>
            <a:off x="932688" y="3008376"/>
            <a:ext cx="457200" cy="457200"/>
          </a:xfrm>
          <a:prstGeom prst="ellipse">
            <a:avLst/>
          </a:prstGeom>
          <a:solidFill>
            <a:srgbClr val="102852"/>
          </a:solidFill>
          <a:ln/>
        </p:spPr>
        <p:txBody>
          <a:bodyPr/>
          <a:lstStyle/>
          <a:p>
            <a:endParaRPr lang="en-SI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311810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809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Geografsko sledenje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00200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 ponudnika </a:t>
            </a:r>
            <a:r>
              <a:rPr lang="en-US" sz="11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zemljevidu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kot dostava.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758184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B1E3F">
                <a:alpha val="12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6" name="Shape 12"/>
          <p:cNvSpPr/>
          <p:nvPr/>
        </p:nvSpPr>
        <p:spPr>
          <a:xfrm>
            <a:off x="932688" y="3904488"/>
            <a:ext cx="457200" cy="457200"/>
          </a:xfrm>
          <a:prstGeom prst="ellipse">
            <a:avLst/>
          </a:prstGeom>
          <a:solidFill>
            <a:srgbClr val="102852"/>
          </a:solidFill>
          <a:ln/>
        </p:spPr>
        <p:txBody>
          <a:bodyPr/>
          <a:lstStyle/>
          <a:p>
            <a:endParaRPr lang="en-SI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01421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877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Klepet v realnem času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4169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Sporočila prek WebSocketa, brez osveževanja.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1520" y="4654296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B1E3F">
                <a:alpha val="12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21" name="Shape 16"/>
          <p:cNvSpPr/>
          <p:nvPr/>
        </p:nvSpPr>
        <p:spPr>
          <a:xfrm>
            <a:off x="932688" y="4800600"/>
            <a:ext cx="457200" cy="457200"/>
          </a:xfrm>
          <a:prstGeom prst="ellipse">
            <a:avLst/>
          </a:prstGeom>
          <a:solidFill>
            <a:srgbClr val="102852"/>
          </a:solidFill>
          <a:ln/>
        </p:spPr>
        <p:txBody>
          <a:bodyPr/>
          <a:lstStyle/>
          <a:p>
            <a:endParaRPr lang="en-SI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49103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7731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Connect plačila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600200" y="5065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Plačilo s samodejno provizijo platforme.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31520" y="5550408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B1E3F">
                <a:alpha val="12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26" name="Shape 20"/>
          <p:cNvSpPr/>
          <p:nvPr/>
        </p:nvSpPr>
        <p:spPr>
          <a:xfrm>
            <a:off x="932688" y="5696712"/>
            <a:ext cx="457200" cy="457200"/>
          </a:xfrm>
          <a:prstGeom prst="ellipse">
            <a:avLst/>
          </a:prstGeom>
          <a:solidFill>
            <a:srgbClr val="102852"/>
          </a:solidFill>
          <a:ln/>
        </p:spPr>
        <p:txBody>
          <a:bodyPr/>
          <a:lstStyle/>
          <a:p>
            <a:endParaRPr lang="en-SI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" y="580644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5669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aplikacija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600200" y="5961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Namesti se kot prava mobilna aplikacija.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53912" y="2496312"/>
            <a:ext cx="5431536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E3F">
                <a:alpha val="12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pic>
        <p:nvPicPr>
          <p:cNvPr id="31" name="Image 5" descr="C:\Users\janmr\OneDrive - Univerza v Mariboru\Dokumenti\FERI\2. letnik\2 semester\Praktikum2\FixItNow\presentation\screenshots\ticket_form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63640" y="2606040"/>
            <a:ext cx="5212080" cy="29809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63640" y="57332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Prijava težave — AI predlaga kategorijo storitve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023360"/>
            <a:ext cx="4754880" cy="4754880"/>
          </a:xfrm>
          <a:prstGeom prst="ellipse">
            <a:avLst/>
          </a:prstGeom>
          <a:solidFill>
            <a:srgbClr val="1E3A8A">
              <a:alpha val="28000"/>
            </a:srgbClr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—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Demonstracija v živo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589727" y="2084832"/>
            <a:ext cx="6071616" cy="3408163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E3F">
                <a:alpha val="12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pic>
        <p:nvPicPr>
          <p:cNvPr id="7" name="Image 0" descr="C:\Users\janmr\OneDrive - Univerza v Mariboru\Dokumenti\FERI\2. letnik\2 semester\Praktikum2\FixItNow\presentation\screenshots\tracking_cha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99455" y="2194560"/>
            <a:ext cx="5852160" cy="31887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99455" y="5529571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Sledenje ponudnika v živo + klepet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4693615" cy="940982"/>
          </a:xfrm>
          <a:prstGeom prst="roundRect">
            <a:avLst>
              <a:gd name="adj" fmla="val 8746"/>
            </a:avLst>
          </a:prstGeom>
          <a:solidFill>
            <a:srgbClr val="1028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0" name="Shape 7"/>
          <p:cNvSpPr/>
          <p:nvPr/>
        </p:nvSpPr>
        <p:spPr>
          <a:xfrm>
            <a:off x="1005840" y="2409019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11" name="Text 8"/>
          <p:cNvSpPr/>
          <p:nvPr/>
        </p:nvSpPr>
        <p:spPr>
          <a:xfrm>
            <a:off x="1005840" y="240901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55648" y="2335867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Prijava težave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55648" y="2683339"/>
            <a:ext cx="3486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 + AI klasifikacija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318422"/>
            <a:ext cx="4693615" cy="940982"/>
          </a:xfrm>
          <a:prstGeom prst="roundRect">
            <a:avLst>
              <a:gd name="adj" fmla="val 8746"/>
            </a:avLst>
          </a:prstGeom>
          <a:solidFill>
            <a:srgbClr val="1028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5" name="Shape 12"/>
          <p:cNvSpPr/>
          <p:nvPr/>
        </p:nvSpPr>
        <p:spPr>
          <a:xfrm>
            <a:off x="1005840" y="3532881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16" name="Text 13"/>
          <p:cNvSpPr/>
          <p:nvPr/>
        </p:nvSpPr>
        <p:spPr>
          <a:xfrm>
            <a:off x="1005840" y="353288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755648" y="3459729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Sprejem + chat + sledenje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755648" y="3807201"/>
            <a:ext cx="3486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prek WebSocketa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4442284"/>
            <a:ext cx="4693615" cy="940982"/>
          </a:xfrm>
          <a:prstGeom prst="roundRect">
            <a:avLst>
              <a:gd name="adj" fmla="val 8746"/>
            </a:avLst>
          </a:prstGeom>
          <a:solidFill>
            <a:srgbClr val="1028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0" name="Shape 17"/>
          <p:cNvSpPr/>
          <p:nvPr/>
        </p:nvSpPr>
        <p:spPr>
          <a:xfrm>
            <a:off x="1005840" y="4656744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21" name="Text 18"/>
          <p:cNvSpPr/>
          <p:nvPr/>
        </p:nvSpPr>
        <p:spPr>
          <a:xfrm>
            <a:off x="1005840" y="465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E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755648" y="4583592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Plačilo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755648" y="4931064"/>
            <a:ext cx="3486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+ provizija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E3A8A">
              <a:alpha val="28000"/>
            </a:srgbClr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I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HVALA ZA POZORNOST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Preizkusite FixItNow sami.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Skenirajte QR kodo ali obiščite spletno stran.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749040"/>
            <a:ext cx="4206240" cy="603504"/>
          </a:xfrm>
          <a:prstGeom prst="roundRect">
            <a:avLst>
              <a:gd name="adj" fmla="val 50000"/>
            </a:avLst>
          </a:prstGeom>
          <a:solidFill>
            <a:srgbClr val="10285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fixitnow.si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852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Mrkonjič  ·  Luka Grobelnik  ·  Alan Labaš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75727" y="1673352"/>
            <a:ext cx="3511296" cy="3511296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E3F">
                <a:alpha val="12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pic>
        <p:nvPicPr>
          <p:cNvPr id="11" name="Image 0" descr="QR koda za https://fixitnow.si/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187452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227</Words>
  <Application>Microsoft Office PowerPoint</Application>
  <PresentationFormat>Widescreen</PresentationFormat>
  <Paragraphs>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FixItNow</dc:title>
  <dc:subject>PptxGenJS Presentation</dc:subject>
  <dc:creator>Jan Mrkonjič, Luka Grobelnik, Alan Labaš</dc:creator>
  <cp:lastModifiedBy>Jan Mrkonjič</cp:lastModifiedBy>
  <cp:revision>1</cp:revision>
  <dcterms:created xsi:type="dcterms:W3CDTF">2026-06-09T18:05:52Z</dcterms:created>
  <dcterms:modified xsi:type="dcterms:W3CDTF">2026-06-09T19:14:10Z</dcterms:modified>
</cp:coreProperties>
</file>